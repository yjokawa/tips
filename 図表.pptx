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7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祐輔" userId="f000fa37-c9be-4a1a-86eb-602598be5e78" providerId="ADAL" clId="{D515E497-561A-4AB6-ACD5-87E6A08EB2B6}"/>
    <pc:docChg chg="undo custSel addSld delSld modSld">
      <pc:chgData name="祐輔" userId="f000fa37-c9be-4a1a-86eb-602598be5e78" providerId="ADAL" clId="{D515E497-561A-4AB6-ACD5-87E6A08EB2B6}" dt="2022-08-09T02:01:44.220" v="1500" actId="14100"/>
      <pc:docMkLst>
        <pc:docMk/>
      </pc:docMkLst>
      <pc:sldChg chg="addSp delSp modSp new mod">
        <pc:chgData name="祐輔" userId="f000fa37-c9be-4a1a-86eb-602598be5e78" providerId="ADAL" clId="{D515E497-561A-4AB6-ACD5-87E6A08EB2B6}" dt="2022-08-09T01:28:05.447" v="549" actId="14100"/>
        <pc:sldMkLst>
          <pc:docMk/>
          <pc:sldMk cId="240082498" sldId="256"/>
        </pc:sldMkLst>
        <pc:spChg chg="del">
          <ac:chgData name="祐輔" userId="f000fa37-c9be-4a1a-86eb-602598be5e78" providerId="ADAL" clId="{D515E497-561A-4AB6-ACD5-87E6A08EB2B6}" dt="2022-08-09T01:10:44.205" v="1" actId="478"/>
          <ac:spMkLst>
            <pc:docMk/>
            <pc:sldMk cId="240082498" sldId="256"/>
            <ac:spMk id="2" creationId="{4E9FF297-9BED-42B9-9F1A-9CCA1BDEFBAC}"/>
          </ac:spMkLst>
        </pc:spChg>
        <pc:spChg chg="del">
          <ac:chgData name="祐輔" userId="f000fa37-c9be-4a1a-86eb-602598be5e78" providerId="ADAL" clId="{D515E497-561A-4AB6-ACD5-87E6A08EB2B6}" dt="2022-08-09T01:10:46.642" v="2" actId="478"/>
          <ac:spMkLst>
            <pc:docMk/>
            <pc:sldMk cId="240082498" sldId="256"/>
            <ac:spMk id="3" creationId="{D42C32B0-93AE-4A82-94CA-DD453D00EA8C}"/>
          </ac:spMkLst>
        </pc:spChg>
        <pc:spChg chg="add mod">
          <ac:chgData name="祐輔" userId="f000fa37-c9be-4a1a-86eb-602598be5e78" providerId="ADAL" clId="{D515E497-561A-4AB6-ACD5-87E6A08EB2B6}" dt="2022-08-09T01:18:45.692" v="321" actId="1076"/>
          <ac:spMkLst>
            <pc:docMk/>
            <pc:sldMk cId="240082498" sldId="256"/>
            <ac:spMk id="5" creationId="{75AA9F73-A067-45F7-AAAE-55C322C3348E}"/>
          </ac:spMkLst>
        </pc:spChg>
        <pc:spChg chg="add mod">
          <ac:chgData name="祐輔" userId="f000fa37-c9be-4a1a-86eb-602598be5e78" providerId="ADAL" clId="{D515E497-561A-4AB6-ACD5-87E6A08EB2B6}" dt="2022-08-09T01:27:47.966" v="529"/>
          <ac:spMkLst>
            <pc:docMk/>
            <pc:sldMk cId="240082498" sldId="256"/>
            <ac:spMk id="7" creationId="{4EF58611-658A-45C4-93D8-EC032AA80343}"/>
          </ac:spMkLst>
        </pc:spChg>
        <pc:spChg chg="add mod">
          <ac:chgData name="祐輔" userId="f000fa37-c9be-4a1a-86eb-602598be5e78" providerId="ADAL" clId="{D515E497-561A-4AB6-ACD5-87E6A08EB2B6}" dt="2022-08-09T01:18:45.692" v="321" actId="1076"/>
          <ac:spMkLst>
            <pc:docMk/>
            <pc:sldMk cId="240082498" sldId="256"/>
            <ac:spMk id="8" creationId="{66CD202C-107B-4FE4-956C-58E096997D3F}"/>
          </ac:spMkLst>
        </pc:spChg>
        <pc:spChg chg="add mod">
          <ac:chgData name="祐輔" userId="f000fa37-c9be-4a1a-86eb-602598be5e78" providerId="ADAL" clId="{D515E497-561A-4AB6-ACD5-87E6A08EB2B6}" dt="2022-08-09T01:19:05.430" v="331" actId="1076"/>
          <ac:spMkLst>
            <pc:docMk/>
            <pc:sldMk cId="240082498" sldId="256"/>
            <ac:spMk id="9" creationId="{CC0895FB-0DE6-4A6E-AC9B-27464D51A5F8}"/>
          </ac:spMkLst>
        </pc:spChg>
        <pc:spChg chg="add mod">
          <ac:chgData name="祐輔" userId="f000fa37-c9be-4a1a-86eb-602598be5e78" providerId="ADAL" clId="{D515E497-561A-4AB6-ACD5-87E6A08EB2B6}" dt="2022-08-09T01:19:01.552" v="330" actId="14100"/>
          <ac:spMkLst>
            <pc:docMk/>
            <pc:sldMk cId="240082498" sldId="256"/>
            <ac:spMk id="10" creationId="{5657A30D-0B3E-413A-A382-9CFE31623ACA}"/>
          </ac:spMkLst>
        </pc:spChg>
        <pc:spChg chg="add mod">
          <ac:chgData name="祐輔" userId="f000fa37-c9be-4a1a-86eb-602598be5e78" providerId="ADAL" clId="{D515E497-561A-4AB6-ACD5-87E6A08EB2B6}" dt="2022-08-09T01:24:39.989" v="511" actId="14100"/>
          <ac:spMkLst>
            <pc:docMk/>
            <pc:sldMk cId="240082498" sldId="256"/>
            <ac:spMk id="11" creationId="{4FC24A17-D27B-4774-8AB8-5867DE75271F}"/>
          </ac:spMkLst>
        </pc:spChg>
        <pc:spChg chg="add mod">
          <ac:chgData name="祐輔" userId="f000fa37-c9be-4a1a-86eb-602598be5e78" providerId="ADAL" clId="{D515E497-561A-4AB6-ACD5-87E6A08EB2B6}" dt="2022-08-09T01:28:05.447" v="549" actId="14100"/>
          <ac:spMkLst>
            <pc:docMk/>
            <pc:sldMk cId="240082498" sldId="256"/>
            <ac:spMk id="12" creationId="{CDDA73EE-A4B4-4E04-9F26-5FDB6600CA37}"/>
          </ac:spMkLst>
        </pc:spChg>
        <pc:graphicFrameChg chg="add mod modGraphic">
          <ac:chgData name="祐輔" userId="f000fa37-c9be-4a1a-86eb-602598be5e78" providerId="ADAL" clId="{D515E497-561A-4AB6-ACD5-87E6A08EB2B6}" dt="2022-08-09T01:27:14.729" v="513" actId="113"/>
          <ac:graphicFrameMkLst>
            <pc:docMk/>
            <pc:sldMk cId="240082498" sldId="256"/>
            <ac:graphicFrameMk id="4" creationId="{CA8F7E82-13A0-4917-953D-6AC8AC4413EB}"/>
          </ac:graphicFrameMkLst>
        </pc:graphicFrameChg>
        <pc:graphicFrameChg chg="add del mod">
          <ac:chgData name="祐輔" userId="f000fa37-c9be-4a1a-86eb-602598be5e78" providerId="ADAL" clId="{D515E497-561A-4AB6-ACD5-87E6A08EB2B6}" dt="2022-08-09T01:14:58.383" v="239"/>
          <ac:graphicFrameMkLst>
            <pc:docMk/>
            <pc:sldMk cId="240082498" sldId="256"/>
            <ac:graphicFrameMk id="6" creationId="{A6866D2F-3AB1-462A-8E12-6B6E7247DCDE}"/>
          </ac:graphicFrameMkLst>
        </pc:graphicFrameChg>
      </pc:sldChg>
      <pc:sldChg chg="new del">
        <pc:chgData name="祐輔" userId="f000fa37-c9be-4a1a-86eb-602598be5e78" providerId="ADAL" clId="{D515E497-561A-4AB6-ACD5-87E6A08EB2B6}" dt="2022-08-09T01:29:18.355" v="551" actId="680"/>
        <pc:sldMkLst>
          <pc:docMk/>
          <pc:sldMk cId="231701943" sldId="257"/>
        </pc:sldMkLst>
      </pc:sldChg>
      <pc:sldChg chg="addSp delSp modSp add mod">
        <pc:chgData name="祐輔" userId="f000fa37-c9be-4a1a-86eb-602598be5e78" providerId="ADAL" clId="{D515E497-561A-4AB6-ACD5-87E6A08EB2B6}" dt="2022-08-09T01:41:42.024" v="1051" actId="14100"/>
        <pc:sldMkLst>
          <pc:docMk/>
          <pc:sldMk cId="358629161" sldId="257"/>
        </pc:sldMkLst>
        <pc:spChg chg="mod">
          <ac:chgData name="祐輔" userId="f000fa37-c9be-4a1a-86eb-602598be5e78" providerId="ADAL" clId="{D515E497-561A-4AB6-ACD5-87E6A08EB2B6}" dt="2022-08-09T01:34:35.977" v="683" actId="1035"/>
          <ac:spMkLst>
            <pc:docMk/>
            <pc:sldMk cId="358629161" sldId="257"/>
            <ac:spMk id="5" creationId="{75AA9F73-A067-45F7-AAAE-55C322C3348E}"/>
          </ac:spMkLst>
        </pc:spChg>
        <pc:spChg chg="mod">
          <ac:chgData name="祐輔" userId="f000fa37-c9be-4a1a-86eb-602598be5e78" providerId="ADAL" clId="{D515E497-561A-4AB6-ACD5-87E6A08EB2B6}" dt="2022-08-09T01:36:05.719" v="717" actId="1076"/>
          <ac:spMkLst>
            <pc:docMk/>
            <pc:sldMk cId="358629161" sldId="257"/>
            <ac:spMk id="7" creationId="{4EF58611-658A-45C4-93D8-EC032AA80343}"/>
          </ac:spMkLst>
        </pc:spChg>
        <pc:spChg chg="mod">
          <ac:chgData name="祐輔" userId="f000fa37-c9be-4a1a-86eb-602598be5e78" providerId="ADAL" clId="{D515E497-561A-4AB6-ACD5-87E6A08EB2B6}" dt="2022-08-09T01:36:01.712" v="716" actId="14100"/>
          <ac:spMkLst>
            <pc:docMk/>
            <pc:sldMk cId="358629161" sldId="257"/>
            <ac:spMk id="8" creationId="{66CD202C-107B-4FE4-956C-58E096997D3F}"/>
          </ac:spMkLst>
        </pc:spChg>
        <pc:spChg chg="mod">
          <ac:chgData name="祐輔" userId="f000fa37-c9be-4a1a-86eb-602598be5e78" providerId="ADAL" clId="{D515E497-561A-4AB6-ACD5-87E6A08EB2B6}" dt="2022-08-09T01:34:35.977" v="683" actId="1035"/>
          <ac:spMkLst>
            <pc:docMk/>
            <pc:sldMk cId="358629161" sldId="257"/>
            <ac:spMk id="9" creationId="{CC0895FB-0DE6-4A6E-AC9B-27464D51A5F8}"/>
          </ac:spMkLst>
        </pc:spChg>
        <pc:spChg chg="mod">
          <ac:chgData name="祐輔" userId="f000fa37-c9be-4a1a-86eb-602598be5e78" providerId="ADAL" clId="{D515E497-561A-4AB6-ACD5-87E6A08EB2B6}" dt="2022-08-09T01:36:18.503" v="721" actId="14100"/>
          <ac:spMkLst>
            <pc:docMk/>
            <pc:sldMk cId="358629161" sldId="257"/>
            <ac:spMk id="10" creationId="{5657A30D-0B3E-413A-A382-9CFE31623ACA}"/>
          </ac:spMkLst>
        </pc:spChg>
        <pc:spChg chg="mod">
          <ac:chgData name="祐輔" userId="f000fa37-c9be-4a1a-86eb-602598be5e78" providerId="ADAL" clId="{D515E497-561A-4AB6-ACD5-87E6A08EB2B6}" dt="2022-08-09T01:34:35.977" v="683" actId="1035"/>
          <ac:spMkLst>
            <pc:docMk/>
            <pc:sldMk cId="358629161" sldId="257"/>
            <ac:spMk id="11" creationId="{4FC24A17-D27B-4774-8AB8-5867DE75271F}"/>
          </ac:spMkLst>
        </pc:spChg>
        <pc:spChg chg="mod">
          <ac:chgData name="祐輔" userId="f000fa37-c9be-4a1a-86eb-602598be5e78" providerId="ADAL" clId="{D515E497-561A-4AB6-ACD5-87E6A08EB2B6}" dt="2022-08-09T01:36:11.577" v="719" actId="14100"/>
          <ac:spMkLst>
            <pc:docMk/>
            <pc:sldMk cId="358629161" sldId="257"/>
            <ac:spMk id="12" creationId="{CDDA73EE-A4B4-4E04-9F26-5FDB6600CA37}"/>
          </ac:spMkLst>
        </pc:spChg>
        <pc:spChg chg="add mod">
          <ac:chgData name="祐輔" userId="f000fa37-c9be-4a1a-86eb-602598be5e78" providerId="ADAL" clId="{D515E497-561A-4AB6-ACD5-87E6A08EB2B6}" dt="2022-08-09T01:34:35.977" v="683" actId="1035"/>
          <ac:spMkLst>
            <pc:docMk/>
            <pc:sldMk cId="358629161" sldId="257"/>
            <ac:spMk id="13" creationId="{3D7A6A48-2A04-4F63-AB1A-9257B58DAF4D}"/>
          </ac:spMkLst>
        </pc:spChg>
        <pc:spChg chg="add mod">
          <ac:chgData name="祐輔" userId="f000fa37-c9be-4a1a-86eb-602598be5e78" providerId="ADAL" clId="{D515E497-561A-4AB6-ACD5-87E6A08EB2B6}" dt="2022-08-09T01:36:26.025" v="723" actId="1076"/>
          <ac:spMkLst>
            <pc:docMk/>
            <pc:sldMk cId="358629161" sldId="257"/>
            <ac:spMk id="14" creationId="{D28B1B9C-31BF-47A7-9734-A601E7F45D17}"/>
          </ac:spMkLst>
        </pc:spChg>
        <pc:spChg chg="add mod">
          <ac:chgData name="祐輔" userId="f000fa37-c9be-4a1a-86eb-602598be5e78" providerId="ADAL" clId="{D515E497-561A-4AB6-ACD5-87E6A08EB2B6}" dt="2022-08-09T01:37:17.465" v="749" actId="1076"/>
          <ac:spMkLst>
            <pc:docMk/>
            <pc:sldMk cId="358629161" sldId="257"/>
            <ac:spMk id="15" creationId="{062E28D7-4757-4368-B179-BD17EDC9F7A6}"/>
          </ac:spMkLst>
        </pc:spChg>
        <pc:spChg chg="add mod">
          <ac:chgData name="祐輔" userId="f000fa37-c9be-4a1a-86eb-602598be5e78" providerId="ADAL" clId="{D515E497-561A-4AB6-ACD5-87E6A08EB2B6}" dt="2022-08-09T01:37:40.455" v="758" actId="14100"/>
          <ac:spMkLst>
            <pc:docMk/>
            <pc:sldMk cId="358629161" sldId="257"/>
            <ac:spMk id="16" creationId="{4C2330FC-6636-44E1-8FA9-750ED0853392}"/>
          </ac:spMkLst>
        </pc:spChg>
        <pc:spChg chg="add mod">
          <ac:chgData name="祐輔" userId="f000fa37-c9be-4a1a-86eb-602598be5e78" providerId="ADAL" clId="{D515E497-561A-4AB6-ACD5-87E6A08EB2B6}" dt="2022-08-09T01:39:13.103" v="826" actId="14100"/>
          <ac:spMkLst>
            <pc:docMk/>
            <pc:sldMk cId="358629161" sldId="257"/>
            <ac:spMk id="17" creationId="{5322C365-1102-4E8F-9D9F-367CF2F57A53}"/>
          </ac:spMkLst>
        </pc:spChg>
        <pc:spChg chg="add mod">
          <ac:chgData name="祐輔" userId="f000fa37-c9be-4a1a-86eb-602598be5e78" providerId="ADAL" clId="{D515E497-561A-4AB6-ACD5-87E6A08EB2B6}" dt="2022-08-09T01:39:26.545" v="829" actId="1076"/>
          <ac:spMkLst>
            <pc:docMk/>
            <pc:sldMk cId="358629161" sldId="257"/>
            <ac:spMk id="18" creationId="{7D129DBE-F7A5-4237-8C2F-6BD8C3953A5A}"/>
          </ac:spMkLst>
        </pc:spChg>
        <pc:spChg chg="add mod">
          <ac:chgData name="祐輔" userId="f000fa37-c9be-4a1a-86eb-602598be5e78" providerId="ADAL" clId="{D515E497-561A-4AB6-ACD5-87E6A08EB2B6}" dt="2022-08-09T01:39:39.514" v="832" actId="1076"/>
          <ac:spMkLst>
            <pc:docMk/>
            <pc:sldMk cId="358629161" sldId="257"/>
            <ac:spMk id="19" creationId="{523B8656-18CB-475E-80B3-FC520FB3DD1E}"/>
          </ac:spMkLst>
        </pc:spChg>
        <pc:spChg chg="add mod">
          <ac:chgData name="祐輔" userId="f000fa37-c9be-4a1a-86eb-602598be5e78" providerId="ADAL" clId="{D515E497-561A-4AB6-ACD5-87E6A08EB2B6}" dt="2022-08-09T01:40:59.316" v="1005" actId="20577"/>
          <ac:spMkLst>
            <pc:docMk/>
            <pc:sldMk cId="358629161" sldId="257"/>
            <ac:spMk id="20" creationId="{860EAC0F-EB8B-4C4F-BF19-12BB6C67EF20}"/>
          </ac:spMkLst>
        </pc:spChg>
        <pc:spChg chg="add mod">
          <ac:chgData name="祐輔" userId="f000fa37-c9be-4a1a-86eb-602598be5e78" providerId="ADAL" clId="{D515E497-561A-4AB6-ACD5-87E6A08EB2B6}" dt="2022-08-09T01:41:42.024" v="1051" actId="14100"/>
          <ac:spMkLst>
            <pc:docMk/>
            <pc:sldMk cId="358629161" sldId="257"/>
            <ac:spMk id="21" creationId="{454048B2-D5F8-4496-ACD4-146167D2E350}"/>
          </ac:spMkLst>
        </pc:spChg>
        <pc:graphicFrameChg chg="del">
          <ac:chgData name="祐輔" userId="f000fa37-c9be-4a1a-86eb-602598be5e78" providerId="ADAL" clId="{D515E497-561A-4AB6-ACD5-87E6A08EB2B6}" dt="2022-08-09T01:29:27.132" v="553" actId="478"/>
          <ac:graphicFrameMkLst>
            <pc:docMk/>
            <pc:sldMk cId="358629161" sldId="257"/>
            <ac:graphicFrameMk id="4" creationId="{CA8F7E82-13A0-4917-953D-6AC8AC4413EB}"/>
          </ac:graphicFrameMkLst>
        </pc:graphicFrameChg>
        <pc:graphicFrameChg chg="add mod">
          <ac:chgData name="祐輔" userId="f000fa37-c9be-4a1a-86eb-602598be5e78" providerId="ADAL" clId="{D515E497-561A-4AB6-ACD5-87E6A08EB2B6}" dt="2022-08-09T01:34:35.977" v="683" actId="1035"/>
          <ac:graphicFrameMkLst>
            <pc:docMk/>
            <pc:sldMk cId="358629161" sldId="257"/>
            <ac:graphicFrameMk id="6" creationId="{EB1CC168-7A8B-4E4E-8F51-F54E50B65B20}"/>
          </ac:graphicFrameMkLst>
        </pc:graphicFrameChg>
      </pc:sldChg>
      <pc:sldChg chg="addSp delSp modSp new mod">
        <pc:chgData name="祐輔" userId="f000fa37-c9be-4a1a-86eb-602598be5e78" providerId="ADAL" clId="{D515E497-561A-4AB6-ACD5-87E6A08EB2B6}" dt="2022-08-09T02:01:44.220" v="1500" actId="14100"/>
        <pc:sldMkLst>
          <pc:docMk/>
          <pc:sldMk cId="2667705066" sldId="258"/>
        </pc:sldMkLst>
        <pc:spChg chg="del">
          <ac:chgData name="祐輔" userId="f000fa37-c9be-4a1a-86eb-602598be5e78" providerId="ADAL" clId="{D515E497-561A-4AB6-ACD5-87E6A08EB2B6}" dt="2022-08-09T01:53:42.858" v="1053" actId="478"/>
          <ac:spMkLst>
            <pc:docMk/>
            <pc:sldMk cId="2667705066" sldId="258"/>
            <ac:spMk id="2" creationId="{49914518-4D48-4ABF-84A8-9801730EC05C}"/>
          </ac:spMkLst>
        </pc:spChg>
        <pc:spChg chg="del">
          <ac:chgData name="祐輔" userId="f000fa37-c9be-4a1a-86eb-602598be5e78" providerId="ADAL" clId="{D515E497-561A-4AB6-ACD5-87E6A08EB2B6}" dt="2022-08-09T01:53:45.239" v="1054" actId="478"/>
          <ac:spMkLst>
            <pc:docMk/>
            <pc:sldMk cId="2667705066" sldId="258"/>
            <ac:spMk id="3" creationId="{DF448F8F-2F2C-4C10-B4F2-A0B63C23A3C0}"/>
          </ac:spMkLst>
        </pc:spChg>
        <pc:spChg chg="add mod">
          <ac:chgData name="祐輔" userId="f000fa37-c9be-4a1a-86eb-602598be5e78" providerId="ADAL" clId="{D515E497-561A-4AB6-ACD5-87E6A08EB2B6}" dt="2022-08-09T01:54:25.293" v="1061" actId="164"/>
          <ac:spMkLst>
            <pc:docMk/>
            <pc:sldMk cId="2667705066" sldId="258"/>
            <ac:spMk id="4" creationId="{B2816E9B-5EFA-4347-98C7-1A052635DA27}"/>
          </ac:spMkLst>
        </pc:spChg>
        <pc:spChg chg="add mod">
          <ac:chgData name="祐輔" userId="f000fa37-c9be-4a1a-86eb-602598be5e78" providerId="ADAL" clId="{D515E497-561A-4AB6-ACD5-87E6A08EB2B6}" dt="2022-08-09T01:54:25.293" v="1061" actId="164"/>
          <ac:spMkLst>
            <pc:docMk/>
            <pc:sldMk cId="2667705066" sldId="258"/>
            <ac:spMk id="5" creationId="{E2DF4559-B435-4663-B021-8BBF3C2AC370}"/>
          </ac:spMkLst>
        </pc:spChg>
        <pc:spChg chg="mod">
          <ac:chgData name="祐輔" userId="f000fa37-c9be-4a1a-86eb-602598be5e78" providerId="ADAL" clId="{D515E497-561A-4AB6-ACD5-87E6A08EB2B6}" dt="2022-08-09T01:54:28.749" v="1062"/>
          <ac:spMkLst>
            <pc:docMk/>
            <pc:sldMk cId="2667705066" sldId="258"/>
            <ac:spMk id="8" creationId="{DF7F4E31-C3FF-4799-9BF1-33407929B037}"/>
          </ac:spMkLst>
        </pc:spChg>
        <pc:spChg chg="mod">
          <ac:chgData name="祐輔" userId="f000fa37-c9be-4a1a-86eb-602598be5e78" providerId="ADAL" clId="{D515E497-561A-4AB6-ACD5-87E6A08EB2B6}" dt="2022-08-09T01:54:28.749" v="1062"/>
          <ac:spMkLst>
            <pc:docMk/>
            <pc:sldMk cId="2667705066" sldId="258"/>
            <ac:spMk id="9" creationId="{F0BFBCF8-E2FB-471D-8C47-E917C5E3D4DF}"/>
          </ac:spMkLst>
        </pc:spChg>
        <pc:spChg chg="add mod">
          <ac:chgData name="祐輔" userId="f000fa37-c9be-4a1a-86eb-602598be5e78" providerId="ADAL" clId="{D515E497-561A-4AB6-ACD5-87E6A08EB2B6}" dt="2022-08-09T01:56:03.284" v="1114" actId="1076"/>
          <ac:spMkLst>
            <pc:docMk/>
            <pc:sldMk cId="2667705066" sldId="258"/>
            <ac:spMk id="23" creationId="{B5DD0CA4-913C-4795-8267-FC10425E4870}"/>
          </ac:spMkLst>
        </pc:spChg>
        <pc:spChg chg="add mod">
          <ac:chgData name="祐輔" userId="f000fa37-c9be-4a1a-86eb-602598be5e78" providerId="ADAL" clId="{D515E497-561A-4AB6-ACD5-87E6A08EB2B6}" dt="2022-08-09T01:58:13.710" v="1230" actId="1076"/>
          <ac:spMkLst>
            <pc:docMk/>
            <pc:sldMk cId="2667705066" sldId="258"/>
            <ac:spMk id="24" creationId="{2A678077-FBB4-4260-9DB8-1624D0A27006}"/>
          </ac:spMkLst>
        </pc:spChg>
        <pc:spChg chg="add mod">
          <ac:chgData name="祐輔" userId="f000fa37-c9be-4a1a-86eb-602598be5e78" providerId="ADAL" clId="{D515E497-561A-4AB6-ACD5-87E6A08EB2B6}" dt="2022-08-09T01:56:50.381" v="1146" actId="1076"/>
          <ac:spMkLst>
            <pc:docMk/>
            <pc:sldMk cId="2667705066" sldId="258"/>
            <ac:spMk id="25" creationId="{FBE9AA7F-2551-4240-8DF8-F9A520D2154D}"/>
          </ac:spMkLst>
        </pc:spChg>
        <pc:spChg chg="add mod">
          <ac:chgData name="祐輔" userId="f000fa37-c9be-4a1a-86eb-602598be5e78" providerId="ADAL" clId="{D515E497-561A-4AB6-ACD5-87E6A08EB2B6}" dt="2022-08-09T01:58:13.710" v="1230" actId="1076"/>
          <ac:spMkLst>
            <pc:docMk/>
            <pc:sldMk cId="2667705066" sldId="258"/>
            <ac:spMk id="26" creationId="{5AD9479F-79B6-495F-8FE2-89B9605EE48D}"/>
          </ac:spMkLst>
        </pc:spChg>
        <pc:spChg chg="add mod">
          <ac:chgData name="祐輔" userId="f000fa37-c9be-4a1a-86eb-602598be5e78" providerId="ADAL" clId="{D515E497-561A-4AB6-ACD5-87E6A08EB2B6}" dt="2022-08-09T01:59:20.032" v="1276" actId="113"/>
          <ac:spMkLst>
            <pc:docMk/>
            <pc:sldMk cId="2667705066" sldId="258"/>
            <ac:spMk id="27" creationId="{34AF8D7E-365B-4F0C-8BFF-BC9C0CD5EAA3}"/>
          </ac:spMkLst>
        </pc:spChg>
        <pc:spChg chg="add mod">
          <ac:chgData name="祐輔" userId="f000fa37-c9be-4a1a-86eb-602598be5e78" providerId="ADAL" clId="{D515E497-561A-4AB6-ACD5-87E6A08EB2B6}" dt="2022-08-09T01:59:22.507" v="1277" actId="113"/>
          <ac:spMkLst>
            <pc:docMk/>
            <pc:sldMk cId="2667705066" sldId="258"/>
            <ac:spMk id="28" creationId="{5371C82E-54C6-4F96-B13C-811B52309375}"/>
          </ac:spMkLst>
        </pc:spChg>
        <pc:spChg chg="add mod">
          <ac:chgData name="祐輔" userId="f000fa37-c9be-4a1a-86eb-602598be5e78" providerId="ADAL" clId="{D515E497-561A-4AB6-ACD5-87E6A08EB2B6}" dt="2022-08-09T02:00:25.741" v="1392" actId="1076"/>
          <ac:spMkLst>
            <pc:docMk/>
            <pc:sldMk cId="2667705066" sldId="258"/>
            <ac:spMk id="29" creationId="{10B16704-B0F1-4730-8B5D-155D926698D5}"/>
          </ac:spMkLst>
        </pc:spChg>
        <pc:spChg chg="add mod">
          <ac:chgData name="祐輔" userId="f000fa37-c9be-4a1a-86eb-602598be5e78" providerId="ADAL" clId="{D515E497-561A-4AB6-ACD5-87E6A08EB2B6}" dt="2022-08-09T02:01:44.220" v="1500" actId="14100"/>
          <ac:spMkLst>
            <pc:docMk/>
            <pc:sldMk cId="2667705066" sldId="258"/>
            <ac:spMk id="30" creationId="{F3DB540B-5132-4DD2-87A4-30411F6F1CE0}"/>
          </ac:spMkLst>
        </pc:spChg>
        <pc:grpChg chg="add mod">
          <ac:chgData name="祐輔" userId="f000fa37-c9be-4a1a-86eb-602598be5e78" providerId="ADAL" clId="{D515E497-561A-4AB6-ACD5-87E6A08EB2B6}" dt="2022-08-09T01:54:33.776" v="1064" actId="1076"/>
          <ac:grpSpMkLst>
            <pc:docMk/>
            <pc:sldMk cId="2667705066" sldId="258"/>
            <ac:grpSpMk id="6" creationId="{E938AEEE-B5A3-4FA0-81F8-344A0198805D}"/>
          </ac:grpSpMkLst>
        </pc:grpChg>
        <pc:grpChg chg="add mod">
          <ac:chgData name="祐輔" userId="f000fa37-c9be-4a1a-86eb-602598be5e78" providerId="ADAL" clId="{D515E497-561A-4AB6-ACD5-87E6A08EB2B6}" dt="2022-08-09T01:58:13.710" v="1230" actId="1076"/>
          <ac:grpSpMkLst>
            <pc:docMk/>
            <pc:sldMk cId="2667705066" sldId="258"/>
            <ac:grpSpMk id="7" creationId="{C3819F1C-5BB4-4F66-8ED3-F334F5F6D6C8}"/>
          </ac:grpSpMkLst>
        </pc:grpChg>
        <pc:cxnChg chg="add mod">
          <ac:chgData name="祐輔" userId="f000fa37-c9be-4a1a-86eb-602598be5e78" providerId="ADAL" clId="{D515E497-561A-4AB6-ACD5-87E6A08EB2B6}" dt="2022-08-09T01:54:59.067" v="1070" actId="14100"/>
          <ac:cxnSpMkLst>
            <pc:docMk/>
            <pc:sldMk cId="2667705066" sldId="258"/>
            <ac:cxnSpMk id="11" creationId="{04572FAB-12DA-48A3-8B3F-2F3BD10541A5}"/>
          </ac:cxnSpMkLst>
        </pc:cxnChg>
        <pc:cxnChg chg="add mod">
          <ac:chgData name="祐輔" userId="f000fa37-c9be-4a1a-86eb-602598be5e78" providerId="ADAL" clId="{D515E497-561A-4AB6-ACD5-87E6A08EB2B6}" dt="2022-08-09T01:55:06.701" v="1073" actId="14100"/>
          <ac:cxnSpMkLst>
            <pc:docMk/>
            <pc:sldMk cId="2667705066" sldId="258"/>
            <ac:cxnSpMk id="13" creationId="{A05A5919-1BD6-4A0C-970D-BC16F2B97BAB}"/>
          </ac:cxnSpMkLst>
        </pc:cxnChg>
        <pc:cxnChg chg="add mod">
          <ac:chgData name="祐輔" userId="f000fa37-c9be-4a1a-86eb-602598be5e78" providerId="ADAL" clId="{D515E497-561A-4AB6-ACD5-87E6A08EB2B6}" dt="2022-08-09T01:58:13.710" v="1230" actId="1076"/>
          <ac:cxnSpMkLst>
            <pc:docMk/>
            <pc:sldMk cId="2667705066" sldId="258"/>
            <ac:cxnSpMk id="16" creationId="{11F28955-2702-4A27-B812-86C254E7C59E}"/>
          </ac:cxnSpMkLst>
        </pc:cxnChg>
        <pc:cxnChg chg="add mod">
          <ac:chgData name="祐輔" userId="f000fa37-c9be-4a1a-86eb-602598be5e78" providerId="ADAL" clId="{D515E497-561A-4AB6-ACD5-87E6A08EB2B6}" dt="2022-08-09T01:58:13.710" v="1230" actId="1076"/>
          <ac:cxnSpMkLst>
            <pc:docMk/>
            <pc:sldMk cId="2667705066" sldId="258"/>
            <ac:cxnSpMk id="19" creationId="{F2EF2F31-6664-4C66-9E03-3BBD2FAA8DA0}"/>
          </ac:cxnSpMkLst>
        </pc:cxnChg>
      </pc:sldChg>
      <pc:sldMasterChg chg="addSldLayout">
        <pc:chgData name="祐輔" userId="f000fa37-c9be-4a1a-86eb-602598be5e78" providerId="ADAL" clId="{D515E497-561A-4AB6-ACD5-87E6A08EB2B6}" dt="2022-08-09T01:10:40.285" v="0" actId="680"/>
        <pc:sldMasterMkLst>
          <pc:docMk/>
          <pc:sldMasterMk cId="4117770990" sldId="2147483648"/>
        </pc:sldMasterMkLst>
        <pc:sldLayoutChg chg="add">
          <pc:chgData name="祐輔" userId="f000fa37-c9be-4a1a-86eb-602598be5e78" providerId="ADAL" clId="{D515E497-561A-4AB6-ACD5-87E6A08EB2B6}" dt="2022-08-09T01:10:40.285" v="0" actId="680"/>
          <pc:sldLayoutMkLst>
            <pc:docMk/>
            <pc:sldMasterMk cId="4117770990" sldId="2147483648"/>
            <pc:sldLayoutMk cId="184804766" sldId="214748364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1"/>
          <c:order val="0"/>
          <c:tx>
            <c:strRef>
              <c:f>Sheet1!$C$1</c:f>
              <c:strCache>
                <c:ptCount val="1"/>
                <c:pt idx="0">
                  <c:v>電流 / mA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38100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0</c:v>
                </c:pt>
                <c:pt idx="1">
                  <c:v>15</c:v>
                </c:pt>
                <c:pt idx="2">
                  <c:v>29</c:v>
                </c:pt>
                <c:pt idx="3">
                  <c:v>41</c:v>
                </c:pt>
                <c:pt idx="4">
                  <c:v>58</c:v>
                </c:pt>
              </c:numCache>
            </c:numRef>
          </c:xVal>
          <c:yVal>
            <c:numRef>
              <c:f>Sheet1!$C$2:$C$6</c:f>
              <c:numCache>
                <c:formatCode>General</c:formatCode>
                <c:ptCount val="5"/>
                <c:pt idx="0">
                  <c:v>0.02</c:v>
                </c:pt>
                <c:pt idx="1">
                  <c:v>0.32</c:v>
                </c:pt>
                <c:pt idx="2">
                  <c:v>0.66</c:v>
                </c:pt>
                <c:pt idx="3">
                  <c:v>1.35</c:v>
                </c:pt>
                <c:pt idx="4">
                  <c:v>0.95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25B-41A5-ACC3-1B7C94FDC0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13922048"/>
        <c:axId val="2113932864"/>
      </c:scatterChart>
      <c:valAx>
        <c:axId val="2113922048"/>
        <c:scaling>
          <c:orientation val="minMax"/>
          <c:max val="6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3932864"/>
        <c:crosses val="autoZero"/>
        <c:crossBetween val="midCat"/>
        <c:majorUnit val="10"/>
      </c:valAx>
      <c:valAx>
        <c:axId val="2113932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2113922048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987B08-2A53-4A88-89A1-A0EB7917E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509E956-E0E0-4A8F-B3C0-2FFCEB48B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84804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7770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 4">
            <a:extLst>
              <a:ext uri="{FF2B5EF4-FFF2-40B4-BE49-F238E27FC236}">
                <a16:creationId xmlns:a16="http://schemas.microsoft.com/office/drawing/2014/main" id="{CA8F7E82-13A0-4917-953D-6AC8AC4413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50816"/>
              </p:ext>
            </p:extLst>
          </p:nvPr>
        </p:nvGraphicFramePr>
        <p:xfrm>
          <a:off x="4413380" y="2707087"/>
          <a:ext cx="427731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4987">
                  <a:extLst>
                    <a:ext uri="{9D8B030D-6E8A-4147-A177-3AD203B41FA5}">
                      <a16:colId xmlns:a16="http://schemas.microsoft.com/office/drawing/2014/main" val="684878480"/>
                    </a:ext>
                  </a:extLst>
                </a:gridCol>
                <a:gridCol w="1520890">
                  <a:extLst>
                    <a:ext uri="{9D8B030D-6E8A-4147-A177-3AD203B41FA5}">
                      <a16:colId xmlns:a16="http://schemas.microsoft.com/office/drawing/2014/main" val="3067453095"/>
                    </a:ext>
                  </a:extLst>
                </a:gridCol>
                <a:gridCol w="1571433">
                  <a:extLst>
                    <a:ext uri="{9D8B030D-6E8A-4147-A177-3AD203B41FA5}">
                      <a16:colId xmlns:a16="http://schemas.microsoft.com/office/drawing/2014/main" val="2636236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時間 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/ s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電圧 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/ V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ja-JP" altLang="en-US" b="0" dirty="0">
                          <a:solidFill>
                            <a:schemeClr val="tx1"/>
                          </a:solidFill>
                        </a:rPr>
                        <a:t>電流 </a:t>
                      </a:r>
                      <a:r>
                        <a:rPr kumimoji="1" lang="en-US" altLang="ja-JP" b="0" dirty="0">
                          <a:solidFill>
                            <a:schemeClr val="tx1"/>
                          </a:solidFill>
                        </a:rPr>
                        <a:t>/ mA</a:t>
                      </a:r>
                      <a:endParaRPr kumimoji="1" lang="ja-JP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9263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0.05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0.02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618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0.39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0.32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65349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0.54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0.66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117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41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0.77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1.35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74732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58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0.94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dirty="0">
                          <a:solidFill>
                            <a:schemeClr val="tx1"/>
                          </a:solidFill>
                        </a:rPr>
                        <a:t>0.95</a:t>
                      </a:r>
                      <a:endParaRPr kumimoji="1" lang="ja-JP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476275"/>
                  </a:ext>
                </a:extLst>
              </a:tr>
            </a:tbl>
          </a:graphicData>
        </a:graphic>
      </p:graphicFrame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AA9F73-A067-45F7-AAAE-55C322C3348E}"/>
              </a:ext>
            </a:extLst>
          </p:cNvPr>
          <p:cNvSpPr txBox="1"/>
          <p:nvPr/>
        </p:nvSpPr>
        <p:spPr>
          <a:xfrm>
            <a:off x="4332514" y="1875453"/>
            <a:ext cx="4277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表</a:t>
            </a:r>
            <a:r>
              <a:rPr kumimoji="1" lang="en-US" altLang="ja-JP" dirty="0"/>
              <a:t>1  </a:t>
            </a:r>
            <a:r>
              <a:rPr kumimoji="1" lang="ja-JP" altLang="en-US" dirty="0"/>
              <a:t>デバイス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に発生した電圧と回路に流れる電流の時間変化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4EF58611-658A-45C4-93D8-EC032AA80343}"/>
              </a:ext>
            </a:extLst>
          </p:cNvPr>
          <p:cNvSpPr/>
          <p:nvPr/>
        </p:nvSpPr>
        <p:spPr>
          <a:xfrm>
            <a:off x="9192598" y="1073021"/>
            <a:ext cx="1901499" cy="830424"/>
          </a:xfrm>
          <a:prstGeom prst="wedgeRoundRectCallout">
            <a:avLst>
              <a:gd name="adj1" fmla="val -78346"/>
              <a:gd name="adj2" fmla="val 6025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キャプションの位置は表の</a:t>
            </a:r>
            <a:r>
              <a:rPr kumimoji="1" lang="ja-JP" altLang="en-US" b="1" dirty="0">
                <a:solidFill>
                  <a:schemeClr val="tx1"/>
                </a:solidFill>
              </a:rPr>
              <a:t>上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CD202C-107B-4FE4-956C-58E096997D3F}"/>
              </a:ext>
            </a:extLst>
          </p:cNvPr>
          <p:cNvSpPr txBox="1"/>
          <p:nvPr/>
        </p:nvSpPr>
        <p:spPr>
          <a:xfrm>
            <a:off x="4484914" y="5193449"/>
            <a:ext cx="4277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表</a:t>
            </a:r>
            <a:r>
              <a:rPr kumimoji="1" lang="en-US" altLang="ja-JP" dirty="0"/>
              <a:t>1  </a:t>
            </a:r>
            <a:r>
              <a:rPr kumimoji="1" lang="ja-JP" altLang="en-US" dirty="0"/>
              <a:t>デバイス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に発生した電圧と回路に流れる電流の時間変化</a:t>
            </a:r>
          </a:p>
        </p:txBody>
      </p:sp>
      <p:sp>
        <p:nvSpPr>
          <p:cNvPr id="9" name="乗算記号 8">
            <a:extLst>
              <a:ext uri="{FF2B5EF4-FFF2-40B4-BE49-F238E27FC236}">
                <a16:creationId xmlns:a16="http://schemas.microsoft.com/office/drawing/2014/main" id="{CC0895FB-0DE6-4A6E-AC9B-27464D51A5F8}"/>
              </a:ext>
            </a:extLst>
          </p:cNvPr>
          <p:cNvSpPr/>
          <p:nvPr/>
        </p:nvSpPr>
        <p:spPr>
          <a:xfrm>
            <a:off x="3903695" y="5117430"/>
            <a:ext cx="5439747" cy="741179"/>
          </a:xfrm>
          <a:prstGeom prst="mathMultiply">
            <a:avLst>
              <a:gd name="adj1" fmla="val 9672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5657A30D-0B3E-413A-A382-9CFE31623ACA}"/>
              </a:ext>
            </a:extLst>
          </p:cNvPr>
          <p:cNvSpPr/>
          <p:nvPr/>
        </p:nvSpPr>
        <p:spPr>
          <a:xfrm>
            <a:off x="8948058" y="4702218"/>
            <a:ext cx="2289890" cy="830424"/>
          </a:xfrm>
          <a:prstGeom prst="wedgeRoundRectCallout">
            <a:avLst>
              <a:gd name="adj1" fmla="val -61877"/>
              <a:gd name="adj2" fmla="val 4002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キャプションは    表の下に置かない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4FC24A17-D27B-4774-8AB8-5867DE75271F}"/>
              </a:ext>
            </a:extLst>
          </p:cNvPr>
          <p:cNvSpPr/>
          <p:nvPr/>
        </p:nvSpPr>
        <p:spPr>
          <a:xfrm>
            <a:off x="4484914" y="732302"/>
            <a:ext cx="3518807" cy="534178"/>
          </a:xfrm>
          <a:prstGeom prst="wedgeRoundRectCallout">
            <a:avLst>
              <a:gd name="adj1" fmla="val -42217"/>
              <a:gd name="adj2" fmla="val 153737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表としての通し番号を付ける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CDDA73EE-A4B4-4E04-9F26-5FDB6600CA37}"/>
              </a:ext>
            </a:extLst>
          </p:cNvPr>
          <p:cNvSpPr/>
          <p:nvPr/>
        </p:nvSpPr>
        <p:spPr>
          <a:xfrm>
            <a:off x="9540941" y="2373086"/>
            <a:ext cx="2010358" cy="830424"/>
          </a:xfrm>
          <a:prstGeom prst="wedgeRoundRectCallout">
            <a:avLst>
              <a:gd name="adj1" fmla="val -110470"/>
              <a:gd name="adj2" fmla="val -6221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キャプションは具体的に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08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5AA9F73-A067-45F7-AAAE-55C322C3348E}"/>
              </a:ext>
            </a:extLst>
          </p:cNvPr>
          <p:cNvSpPr txBox="1"/>
          <p:nvPr/>
        </p:nvSpPr>
        <p:spPr>
          <a:xfrm>
            <a:off x="4332514" y="620157"/>
            <a:ext cx="42773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図</a:t>
            </a:r>
            <a:r>
              <a:rPr kumimoji="1" lang="en-US" altLang="ja-JP" dirty="0"/>
              <a:t>1  </a:t>
            </a:r>
            <a:r>
              <a:rPr kumimoji="1" lang="ja-JP" altLang="en-US" dirty="0"/>
              <a:t>デバイス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に発生した電圧と回路に流れる電流の時間変化</a:t>
            </a:r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4EF58611-658A-45C4-93D8-EC032AA80343}"/>
              </a:ext>
            </a:extLst>
          </p:cNvPr>
          <p:cNvSpPr/>
          <p:nvPr/>
        </p:nvSpPr>
        <p:spPr>
          <a:xfrm>
            <a:off x="9671569" y="5300321"/>
            <a:ext cx="1901499" cy="830424"/>
          </a:xfrm>
          <a:prstGeom prst="wedgeRoundRectCallout">
            <a:avLst>
              <a:gd name="adj1" fmla="val -89632"/>
              <a:gd name="adj2" fmla="val -5660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キャプションの位置は表の</a:t>
            </a:r>
            <a:r>
              <a:rPr kumimoji="1" lang="ja-JP" altLang="en-US" b="1" dirty="0">
                <a:solidFill>
                  <a:schemeClr val="tx1"/>
                </a:solidFill>
              </a:rPr>
              <a:t>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6CD202C-107B-4FE4-956C-58E096997D3F}"/>
              </a:ext>
            </a:extLst>
          </p:cNvPr>
          <p:cNvSpPr txBox="1"/>
          <p:nvPr/>
        </p:nvSpPr>
        <p:spPr>
          <a:xfrm>
            <a:off x="4484913" y="4714893"/>
            <a:ext cx="5042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図</a:t>
            </a:r>
            <a:r>
              <a:rPr kumimoji="1" lang="en-US" altLang="ja-JP" dirty="0"/>
              <a:t>1  </a:t>
            </a:r>
            <a:r>
              <a:rPr kumimoji="1" lang="ja-JP" altLang="en-US" dirty="0"/>
              <a:t>デバイス</a:t>
            </a:r>
            <a:r>
              <a:rPr kumimoji="1" lang="en-US" altLang="ja-JP" dirty="0"/>
              <a:t>A</a:t>
            </a:r>
            <a:r>
              <a:rPr kumimoji="1" lang="ja-JP" altLang="en-US" dirty="0"/>
              <a:t>に発生した電圧によって回路に流れる電流の時間変化</a:t>
            </a:r>
          </a:p>
        </p:txBody>
      </p:sp>
      <p:sp>
        <p:nvSpPr>
          <p:cNvPr id="9" name="乗算記号 8">
            <a:extLst>
              <a:ext uri="{FF2B5EF4-FFF2-40B4-BE49-F238E27FC236}">
                <a16:creationId xmlns:a16="http://schemas.microsoft.com/office/drawing/2014/main" id="{CC0895FB-0DE6-4A6E-AC9B-27464D51A5F8}"/>
              </a:ext>
            </a:extLst>
          </p:cNvPr>
          <p:cNvSpPr/>
          <p:nvPr/>
        </p:nvSpPr>
        <p:spPr>
          <a:xfrm>
            <a:off x="3883868" y="478666"/>
            <a:ext cx="5439747" cy="741179"/>
          </a:xfrm>
          <a:prstGeom prst="mathMultiply">
            <a:avLst>
              <a:gd name="adj1" fmla="val 9672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角を丸めた四角形 9">
            <a:extLst>
              <a:ext uri="{FF2B5EF4-FFF2-40B4-BE49-F238E27FC236}">
                <a16:creationId xmlns:a16="http://schemas.microsoft.com/office/drawing/2014/main" id="{5657A30D-0B3E-413A-A382-9CFE31623ACA}"/>
              </a:ext>
            </a:extLst>
          </p:cNvPr>
          <p:cNvSpPr/>
          <p:nvPr/>
        </p:nvSpPr>
        <p:spPr>
          <a:xfrm>
            <a:off x="9074983" y="301751"/>
            <a:ext cx="2289890" cy="830424"/>
          </a:xfrm>
          <a:prstGeom prst="wedgeRoundRectCallout">
            <a:avLst>
              <a:gd name="adj1" fmla="val -69699"/>
              <a:gd name="adj2" fmla="val 2073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キャプションは    表の上に置かない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1" name="吹き出し: 角を丸めた四角形 10">
            <a:extLst>
              <a:ext uri="{FF2B5EF4-FFF2-40B4-BE49-F238E27FC236}">
                <a16:creationId xmlns:a16="http://schemas.microsoft.com/office/drawing/2014/main" id="{4FC24A17-D27B-4774-8AB8-5867DE75271F}"/>
              </a:ext>
            </a:extLst>
          </p:cNvPr>
          <p:cNvSpPr/>
          <p:nvPr/>
        </p:nvSpPr>
        <p:spPr>
          <a:xfrm>
            <a:off x="3084935" y="5448444"/>
            <a:ext cx="3518807" cy="534178"/>
          </a:xfrm>
          <a:prstGeom prst="wedgeRoundRectCallout">
            <a:avLst>
              <a:gd name="adj1" fmla="val -8276"/>
              <a:gd name="adj2" fmla="val -162419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図としての通し番号を付ける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12" name="吹き出し: 角を丸めた四角形 11">
            <a:extLst>
              <a:ext uri="{FF2B5EF4-FFF2-40B4-BE49-F238E27FC236}">
                <a16:creationId xmlns:a16="http://schemas.microsoft.com/office/drawing/2014/main" id="{CDDA73EE-A4B4-4E04-9F26-5FDB6600CA37}"/>
              </a:ext>
            </a:extLst>
          </p:cNvPr>
          <p:cNvSpPr/>
          <p:nvPr/>
        </p:nvSpPr>
        <p:spPr>
          <a:xfrm>
            <a:off x="10018714" y="3731427"/>
            <a:ext cx="2010358" cy="830424"/>
          </a:xfrm>
          <a:prstGeom prst="wedgeRoundRectCallout">
            <a:avLst>
              <a:gd name="adj1" fmla="val -80584"/>
              <a:gd name="adj2" fmla="val 8248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キャプションは具体的に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グラフ 5">
            <a:extLst>
              <a:ext uri="{FF2B5EF4-FFF2-40B4-BE49-F238E27FC236}">
                <a16:creationId xmlns:a16="http://schemas.microsoft.com/office/drawing/2014/main" id="{EB1CC168-7A8B-4E4E-8F51-F54E50B65B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1534791"/>
              </p:ext>
            </p:extLst>
          </p:nvPr>
        </p:nvGraphicFramePr>
        <p:xfrm>
          <a:off x="3883868" y="1309695"/>
          <a:ext cx="6018245" cy="29844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3D7A6A48-2A04-4F63-AB1A-9257B58DAF4D}"/>
              </a:ext>
            </a:extLst>
          </p:cNvPr>
          <p:cNvSpPr txBox="1"/>
          <p:nvPr/>
        </p:nvSpPr>
        <p:spPr>
          <a:xfrm>
            <a:off x="6423209" y="4192519"/>
            <a:ext cx="1913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 </a:t>
            </a:r>
            <a:r>
              <a:rPr kumimoji="1" lang="en-US" altLang="ja-JP" dirty="0"/>
              <a:t>/ s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D28B1B9C-31BF-47A7-9734-A601E7F45D17}"/>
              </a:ext>
            </a:extLst>
          </p:cNvPr>
          <p:cNvSpPr txBox="1"/>
          <p:nvPr/>
        </p:nvSpPr>
        <p:spPr>
          <a:xfrm rot="16200000">
            <a:off x="2866956" y="2207055"/>
            <a:ext cx="1664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電流 </a:t>
            </a:r>
            <a:r>
              <a:rPr kumimoji="1" lang="en-US" altLang="ja-JP" dirty="0"/>
              <a:t>/ mA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062E28D7-4757-4368-B179-BD17EDC9F7A6}"/>
              </a:ext>
            </a:extLst>
          </p:cNvPr>
          <p:cNvSpPr txBox="1"/>
          <p:nvPr/>
        </p:nvSpPr>
        <p:spPr>
          <a:xfrm>
            <a:off x="2881644" y="2263075"/>
            <a:ext cx="461665" cy="154535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ja-JP" altLang="en-US" dirty="0"/>
              <a:t>電流</a:t>
            </a:r>
          </a:p>
        </p:txBody>
      </p:sp>
      <p:sp>
        <p:nvSpPr>
          <p:cNvPr id="16" name="乗算記号 15">
            <a:extLst>
              <a:ext uri="{FF2B5EF4-FFF2-40B4-BE49-F238E27FC236}">
                <a16:creationId xmlns:a16="http://schemas.microsoft.com/office/drawing/2014/main" id="{4C2330FC-6636-44E1-8FA9-750ED0853392}"/>
              </a:ext>
            </a:extLst>
          </p:cNvPr>
          <p:cNvSpPr/>
          <p:nvPr/>
        </p:nvSpPr>
        <p:spPr>
          <a:xfrm>
            <a:off x="2771775" y="1559474"/>
            <a:ext cx="742760" cy="2050501"/>
          </a:xfrm>
          <a:prstGeom prst="mathMultiply">
            <a:avLst>
              <a:gd name="adj1" fmla="val 5147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吹き出し: 角を丸めた四角形 16">
            <a:extLst>
              <a:ext uri="{FF2B5EF4-FFF2-40B4-BE49-F238E27FC236}">
                <a16:creationId xmlns:a16="http://schemas.microsoft.com/office/drawing/2014/main" id="{5322C365-1102-4E8F-9D9F-367CF2F57A53}"/>
              </a:ext>
            </a:extLst>
          </p:cNvPr>
          <p:cNvSpPr/>
          <p:nvPr/>
        </p:nvSpPr>
        <p:spPr>
          <a:xfrm>
            <a:off x="1970227" y="982732"/>
            <a:ext cx="1913641" cy="613666"/>
          </a:xfrm>
          <a:prstGeom prst="wedgeRoundRectCallout">
            <a:avLst>
              <a:gd name="adj1" fmla="val 9891"/>
              <a:gd name="adj2" fmla="val 119871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縦軸の軸名を   縦書きにしない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D129DBE-F7A5-4237-8C2F-6BD8C3953A5A}"/>
              </a:ext>
            </a:extLst>
          </p:cNvPr>
          <p:cNvSpPr txBox="1"/>
          <p:nvPr/>
        </p:nvSpPr>
        <p:spPr>
          <a:xfrm>
            <a:off x="4191000" y="3864558"/>
            <a:ext cx="742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19" name="乗算記号 18">
            <a:extLst>
              <a:ext uri="{FF2B5EF4-FFF2-40B4-BE49-F238E27FC236}">
                <a16:creationId xmlns:a16="http://schemas.microsoft.com/office/drawing/2014/main" id="{523B8656-18CB-475E-80B3-FC520FB3DD1E}"/>
              </a:ext>
            </a:extLst>
          </p:cNvPr>
          <p:cNvSpPr/>
          <p:nvPr/>
        </p:nvSpPr>
        <p:spPr>
          <a:xfrm>
            <a:off x="3925786" y="3609975"/>
            <a:ext cx="742760" cy="857250"/>
          </a:xfrm>
          <a:prstGeom prst="mathMultiply">
            <a:avLst>
              <a:gd name="adj1" fmla="val 5147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角を丸めた四角形 19">
            <a:extLst>
              <a:ext uri="{FF2B5EF4-FFF2-40B4-BE49-F238E27FC236}">
                <a16:creationId xmlns:a16="http://schemas.microsoft.com/office/drawing/2014/main" id="{860EAC0F-EB8B-4C4F-BF19-12BB6C67EF20}"/>
              </a:ext>
            </a:extLst>
          </p:cNvPr>
          <p:cNvSpPr/>
          <p:nvPr/>
        </p:nvSpPr>
        <p:spPr>
          <a:xfrm>
            <a:off x="866776" y="3820874"/>
            <a:ext cx="2261168" cy="1141885"/>
          </a:xfrm>
          <a:prstGeom prst="wedgeRoundRectCallout">
            <a:avLst>
              <a:gd name="adj1" fmla="val 94009"/>
              <a:gd name="adj2" fmla="val -2036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角に「</a:t>
            </a:r>
            <a:r>
              <a:rPr kumimoji="1" lang="en-US" altLang="ja-JP" dirty="0">
                <a:solidFill>
                  <a:schemeClr val="tx1"/>
                </a:solidFill>
              </a:rPr>
              <a:t>0</a:t>
            </a:r>
            <a:r>
              <a:rPr kumimoji="1" lang="ja-JP" altLang="en-US" dirty="0">
                <a:solidFill>
                  <a:schemeClr val="tx1"/>
                </a:solidFill>
              </a:rPr>
              <a:t>」を置いて両軸の</a:t>
            </a:r>
            <a:r>
              <a:rPr kumimoji="1" lang="en-US" altLang="ja-JP" dirty="0">
                <a:solidFill>
                  <a:schemeClr val="tx1"/>
                </a:solidFill>
              </a:rPr>
              <a:t>0</a:t>
            </a:r>
            <a:r>
              <a:rPr kumimoji="1" lang="ja-JP" altLang="en-US" dirty="0">
                <a:solidFill>
                  <a:schemeClr val="tx1"/>
                </a:solidFill>
              </a:rPr>
              <a:t>を兼ねるという書き方は不可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21" name="吹き出し: 角を丸めた四角形 20">
            <a:extLst>
              <a:ext uri="{FF2B5EF4-FFF2-40B4-BE49-F238E27FC236}">
                <a16:creationId xmlns:a16="http://schemas.microsoft.com/office/drawing/2014/main" id="{454048B2-D5F8-4496-ACD4-146167D2E350}"/>
              </a:ext>
            </a:extLst>
          </p:cNvPr>
          <p:cNvSpPr/>
          <p:nvPr/>
        </p:nvSpPr>
        <p:spPr>
          <a:xfrm>
            <a:off x="8609824" y="2992957"/>
            <a:ext cx="2362976" cy="528080"/>
          </a:xfrm>
          <a:prstGeom prst="wedgeRoundRectCallout">
            <a:avLst>
              <a:gd name="adj1" fmla="val -96547"/>
              <a:gd name="adj2" fmla="val 19201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軸名と単位はセット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629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938AEEE-B5A3-4FA0-81F8-344A0198805D}"/>
              </a:ext>
            </a:extLst>
          </p:cNvPr>
          <p:cNvGrpSpPr/>
          <p:nvPr/>
        </p:nvGrpSpPr>
        <p:grpSpPr>
          <a:xfrm>
            <a:off x="1175657" y="1212979"/>
            <a:ext cx="3956179" cy="4963885"/>
            <a:chOff x="1110343" y="1352939"/>
            <a:chExt cx="3956179" cy="4963885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B2816E9B-5EFA-4347-98C7-1A052635DA27}"/>
                </a:ext>
              </a:extLst>
            </p:cNvPr>
            <p:cNvSpPr/>
            <p:nvPr/>
          </p:nvSpPr>
          <p:spPr>
            <a:xfrm>
              <a:off x="1110343" y="1352939"/>
              <a:ext cx="3956179" cy="4963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E2DF4559-B435-4663-B021-8BBF3C2AC370}"/>
                </a:ext>
              </a:extLst>
            </p:cNvPr>
            <p:cNvSpPr/>
            <p:nvPr/>
          </p:nvSpPr>
          <p:spPr>
            <a:xfrm>
              <a:off x="1502228" y="1698172"/>
              <a:ext cx="3247054" cy="43014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C3819F1C-5BB4-4F66-8ED3-F334F5F6D6C8}"/>
              </a:ext>
            </a:extLst>
          </p:cNvPr>
          <p:cNvGrpSpPr/>
          <p:nvPr/>
        </p:nvGrpSpPr>
        <p:grpSpPr>
          <a:xfrm>
            <a:off x="6668279" y="1212978"/>
            <a:ext cx="3956179" cy="4963885"/>
            <a:chOff x="1110343" y="1352939"/>
            <a:chExt cx="3956179" cy="4963885"/>
          </a:xfrm>
        </p:grpSpPr>
        <p:sp>
          <p:nvSpPr>
            <p:cNvPr id="8" name="正方形/長方形 7">
              <a:extLst>
                <a:ext uri="{FF2B5EF4-FFF2-40B4-BE49-F238E27FC236}">
                  <a16:creationId xmlns:a16="http://schemas.microsoft.com/office/drawing/2014/main" id="{DF7F4E31-C3FF-4799-9BF1-33407929B037}"/>
                </a:ext>
              </a:extLst>
            </p:cNvPr>
            <p:cNvSpPr/>
            <p:nvPr/>
          </p:nvSpPr>
          <p:spPr>
            <a:xfrm>
              <a:off x="1110343" y="1352939"/>
              <a:ext cx="3956179" cy="496388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F0BFBCF8-E2FB-471D-8C47-E917C5E3D4DF}"/>
                </a:ext>
              </a:extLst>
            </p:cNvPr>
            <p:cNvSpPr/>
            <p:nvPr/>
          </p:nvSpPr>
          <p:spPr>
            <a:xfrm>
              <a:off x="1502228" y="1698172"/>
              <a:ext cx="3247054" cy="430141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04572FAB-12DA-48A3-8B3F-2F3BD10541A5}"/>
              </a:ext>
            </a:extLst>
          </p:cNvPr>
          <p:cNvCxnSpPr>
            <a:cxnSpLocks/>
          </p:cNvCxnSpPr>
          <p:nvPr/>
        </p:nvCxnSpPr>
        <p:spPr>
          <a:xfrm>
            <a:off x="1567542" y="1558211"/>
            <a:ext cx="0" cy="430141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05A5919-1BD6-4A0C-970D-BC16F2B97BAB}"/>
              </a:ext>
            </a:extLst>
          </p:cNvPr>
          <p:cNvCxnSpPr>
            <a:cxnSpLocks/>
          </p:cNvCxnSpPr>
          <p:nvPr/>
        </p:nvCxnSpPr>
        <p:spPr>
          <a:xfrm flipH="1">
            <a:off x="1567541" y="5859623"/>
            <a:ext cx="324705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1F28955-2702-4A27-B812-86C254E7C59E}"/>
              </a:ext>
            </a:extLst>
          </p:cNvPr>
          <p:cNvCxnSpPr>
            <a:cxnSpLocks/>
          </p:cNvCxnSpPr>
          <p:nvPr/>
        </p:nvCxnSpPr>
        <p:spPr>
          <a:xfrm>
            <a:off x="7647993" y="1670180"/>
            <a:ext cx="0" cy="361094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F2EF2F31-6664-4C66-9E03-3BBD2FAA8DA0}"/>
              </a:ext>
            </a:extLst>
          </p:cNvPr>
          <p:cNvCxnSpPr>
            <a:cxnSpLocks/>
          </p:cNvCxnSpPr>
          <p:nvPr/>
        </p:nvCxnSpPr>
        <p:spPr>
          <a:xfrm flipH="1">
            <a:off x="7647994" y="5281127"/>
            <a:ext cx="24384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B5DD0CA4-913C-4795-8267-FC10425E4870}"/>
              </a:ext>
            </a:extLst>
          </p:cNvPr>
          <p:cNvSpPr txBox="1"/>
          <p:nvPr/>
        </p:nvSpPr>
        <p:spPr>
          <a:xfrm>
            <a:off x="2603241" y="5859623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 </a:t>
            </a:r>
            <a:r>
              <a:rPr kumimoji="1" lang="en-US" altLang="ja-JP" dirty="0"/>
              <a:t>/ s</a:t>
            </a:r>
            <a:endParaRPr kumimoji="1" lang="ja-JP" altLang="en-US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A678077-FBB4-4260-9DB8-1624D0A27006}"/>
              </a:ext>
            </a:extLst>
          </p:cNvPr>
          <p:cNvSpPr txBox="1"/>
          <p:nvPr/>
        </p:nvSpPr>
        <p:spPr>
          <a:xfrm>
            <a:off x="8266924" y="5299789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時間 </a:t>
            </a:r>
            <a:r>
              <a:rPr kumimoji="1" lang="en-US" altLang="ja-JP" dirty="0"/>
              <a:t>/ s</a:t>
            </a:r>
            <a:endParaRPr kumimoji="1" lang="ja-JP" altLang="en-US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FBE9AA7F-2551-4240-8DF8-F9A520D2154D}"/>
              </a:ext>
            </a:extLst>
          </p:cNvPr>
          <p:cNvSpPr txBox="1"/>
          <p:nvPr/>
        </p:nvSpPr>
        <p:spPr>
          <a:xfrm rot="16200000">
            <a:off x="257754" y="2968308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濃度 </a:t>
            </a:r>
            <a:r>
              <a:rPr kumimoji="1" lang="en-US" altLang="ja-JP" dirty="0"/>
              <a:t>/ mol L</a:t>
            </a:r>
            <a:r>
              <a:rPr kumimoji="1" lang="en-US" altLang="ja-JP" baseline="30000" dirty="0"/>
              <a:t>–1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5AD9479F-79B6-495F-8FE2-89B9605EE48D}"/>
              </a:ext>
            </a:extLst>
          </p:cNvPr>
          <p:cNvSpPr txBox="1"/>
          <p:nvPr/>
        </p:nvSpPr>
        <p:spPr>
          <a:xfrm rot="16200000">
            <a:off x="6331605" y="2878112"/>
            <a:ext cx="2211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濃度 </a:t>
            </a:r>
            <a:r>
              <a:rPr kumimoji="1" lang="en-US" altLang="ja-JP" dirty="0"/>
              <a:t>/ mol L</a:t>
            </a:r>
            <a:r>
              <a:rPr kumimoji="1" lang="en-US" altLang="ja-JP" baseline="30000" dirty="0"/>
              <a:t>–1</a:t>
            </a:r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34AF8D7E-365B-4F0C-8BFF-BC9C0CD5EAA3}"/>
              </a:ext>
            </a:extLst>
          </p:cNvPr>
          <p:cNvSpPr/>
          <p:nvPr/>
        </p:nvSpPr>
        <p:spPr>
          <a:xfrm>
            <a:off x="1887895" y="1765042"/>
            <a:ext cx="2659224" cy="13879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この使い方は卒業して</a:t>
            </a:r>
            <a:r>
              <a:rPr kumimoji="1" lang="en-US" altLang="ja-JP" sz="2000" b="1" dirty="0"/>
              <a:t>!!!</a:t>
            </a:r>
            <a:endParaRPr kumimoji="1" lang="ja-JP" altLang="en-US" sz="2000" b="1" dirty="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371C82E-54C6-4F96-B13C-811B52309375}"/>
              </a:ext>
            </a:extLst>
          </p:cNvPr>
          <p:cNvSpPr/>
          <p:nvPr/>
        </p:nvSpPr>
        <p:spPr>
          <a:xfrm>
            <a:off x="7854825" y="1707894"/>
            <a:ext cx="2231568" cy="1387932"/>
          </a:xfrm>
          <a:prstGeom prst="ellipse">
            <a:avLst/>
          </a:prstGeom>
          <a:solidFill>
            <a:srgbClr val="00C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 dirty="0"/>
              <a:t>こう使うよ</a:t>
            </a:r>
            <a:r>
              <a:rPr kumimoji="1" lang="en-US" altLang="ja-JP" sz="2000" b="1" dirty="0"/>
              <a:t>!</a:t>
            </a:r>
            <a:endParaRPr kumimoji="1" lang="ja-JP" altLang="en-US" sz="2000" b="1" dirty="0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10B16704-B0F1-4730-8B5D-155D926698D5}"/>
              </a:ext>
            </a:extLst>
          </p:cNvPr>
          <p:cNvSpPr/>
          <p:nvPr/>
        </p:nvSpPr>
        <p:spPr>
          <a:xfrm>
            <a:off x="3374572" y="3822841"/>
            <a:ext cx="3066662" cy="6834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例外は対数目盛のグラフ</a:t>
            </a:r>
          </a:p>
        </p:txBody>
      </p:sp>
      <p:sp>
        <p:nvSpPr>
          <p:cNvPr id="30" name="吹き出し: 角を丸めた四角形 29">
            <a:extLst>
              <a:ext uri="{FF2B5EF4-FFF2-40B4-BE49-F238E27FC236}">
                <a16:creationId xmlns:a16="http://schemas.microsoft.com/office/drawing/2014/main" id="{F3DB540B-5132-4DD2-87A4-30411F6F1CE0}"/>
              </a:ext>
            </a:extLst>
          </p:cNvPr>
          <p:cNvSpPr/>
          <p:nvPr/>
        </p:nvSpPr>
        <p:spPr>
          <a:xfrm>
            <a:off x="5131836" y="217521"/>
            <a:ext cx="2289890" cy="943366"/>
          </a:xfrm>
          <a:prstGeom prst="wedgeRoundRectCallout">
            <a:avLst>
              <a:gd name="adj1" fmla="val 26057"/>
              <a:gd name="adj2" fmla="val 10954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余白部分には何も書かないのが原則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b="1" dirty="0">
                <a:solidFill>
                  <a:schemeClr val="tx1"/>
                </a:solidFill>
              </a:rPr>
              <a:t>(</a:t>
            </a:r>
            <a:r>
              <a:rPr kumimoji="1" lang="ja-JP" altLang="en-US" b="1" dirty="0">
                <a:solidFill>
                  <a:schemeClr val="tx1"/>
                </a:solidFill>
              </a:rPr>
              <a:t>ページ番号はあり</a:t>
            </a:r>
            <a:r>
              <a:rPr kumimoji="1" lang="en-US" altLang="ja-JP" b="1" dirty="0">
                <a:solidFill>
                  <a:schemeClr val="tx1"/>
                </a:solidFill>
              </a:rPr>
              <a:t>)</a:t>
            </a:r>
            <a:endParaRPr kumimoji="1" lang="ja-JP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705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228</Words>
  <Application>Microsoft Office PowerPoint</Application>
  <PresentationFormat>ワイド画面</PresentationFormat>
  <Paragraphs>46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Okawa Yusuke</dc:creator>
  <cp:lastModifiedBy>Okawa Yusuke</cp:lastModifiedBy>
  <cp:revision>4</cp:revision>
  <dcterms:created xsi:type="dcterms:W3CDTF">2022-08-09T01:10:38Z</dcterms:created>
  <dcterms:modified xsi:type="dcterms:W3CDTF">2022-08-09T04:17:10Z</dcterms:modified>
</cp:coreProperties>
</file>